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2286000"/>
            <a:ext cx="9753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400">
                <a:solidFill>
                  <a:srgbClr val="FFB81C"/>
                </a:solidFill>
              </a:rPr>
              <a:t>Welcome to Awana!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714500"/>
            <a:ext cx="609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3657600" cy="1828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96000" y="3429000"/>
            <a:ext cx="1828800" cy="1828800"/>
          </a:xfrm>
          <a:prstGeom prst="ellipse">
            <a:avLst/>
          </a:prstGeom>
          <a:solidFill>
            <a:srgbClr val="E1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